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f770ef2df4747" /><Relationship Type="http://schemas.openxmlformats.org/officeDocument/2006/relationships/extended-properties" Target="/docProps/app.xml" Id="R1dfa0e93fd434e01" /><Relationship Type="http://schemas.openxmlformats.org/officeDocument/2006/relationships/officeDocument" Target="/ppt/presentation.xml" Id="R8ea6565be0ed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173650f4aa41bd"/>
  </p:sldMasterIdLst>
  <p:notesMasterIdLst>
    <p:notesMasterId xmlns:r="http://schemas.openxmlformats.org/officeDocument/2006/relationships" r:id="Rece9a21dd94c4889"/>
  </p:notesMasterIdLst>
  <p:sldIdLst>
    <p:sldId xmlns:r="http://schemas.openxmlformats.org/officeDocument/2006/relationships" id="256" r:id="R540f85a30c224b66"/>
    <p:sldId xmlns:r="http://schemas.openxmlformats.org/officeDocument/2006/relationships" id="257" r:id="R6c955cc2d3044d98"/>
    <p:sldId xmlns:r="http://schemas.openxmlformats.org/officeDocument/2006/relationships" id="258" r:id="R09768ac70a2b46e5"/>
    <p:sldId xmlns:r="http://schemas.openxmlformats.org/officeDocument/2006/relationships" id="259" r:id="Rb6f1a1fc1f364e5b"/>
    <p:sldId xmlns:r="http://schemas.openxmlformats.org/officeDocument/2006/relationships" id="260" r:id="R9de3d048988749b7"/>
    <p:sldId xmlns:r="http://schemas.openxmlformats.org/officeDocument/2006/relationships" id="261" r:id="R32e30752694c4734"/>
    <p:sldId xmlns:r="http://schemas.openxmlformats.org/officeDocument/2006/relationships" id="262" r:id="R41e131dd45364c17"/>
    <p:sldId xmlns:r="http://schemas.openxmlformats.org/officeDocument/2006/relationships" id="263" r:id="R956c1bc2efa94987"/>
    <p:sldId xmlns:r="http://schemas.openxmlformats.org/officeDocument/2006/relationships" id="264" r:id="R20b3d321db6040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683871c4de4a35" /><Relationship Type="http://schemas.openxmlformats.org/officeDocument/2006/relationships/slideMaster" Target="/ppt/slideMasters/slideMaster1.xml" Id="R8f173650f4aa41bd" /><Relationship Type="http://schemas.openxmlformats.org/officeDocument/2006/relationships/notesMaster" Target="/ppt/notesMasters/notesMaster1.xml" Id="Rece9a21dd94c4889" /><Relationship Type="http://schemas.openxmlformats.org/officeDocument/2006/relationships/presProps" Target="/ppt/presProps.xml" Id="Re6e27107c9e94ffb" /><Relationship Type="http://schemas.openxmlformats.org/officeDocument/2006/relationships/tableStyles" Target="/ppt/tableStyles.xml" Id="Rce062f5fe0534c73" /><Relationship Type="http://schemas.openxmlformats.org/officeDocument/2006/relationships/slide" Target="/ppt/slides/slide1.xml" Id="R540f85a30c224b66" /><Relationship Type="http://schemas.openxmlformats.org/officeDocument/2006/relationships/slide" Target="/ppt/slides/slide2.xml" Id="R6c955cc2d3044d98" /><Relationship Type="http://schemas.openxmlformats.org/officeDocument/2006/relationships/slide" Target="/ppt/slides/slide3.xml" Id="R09768ac70a2b46e5" /><Relationship Type="http://schemas.openxmlformats.org/officeDocument/2006/relationships/slide" Target="/ppt/slides/slide4.xml" Id="Rb6f1a1fc1f364e5b" /><Relationship Type="http://schemas.openxmlformats.org/officeDocument/2006/relationships/slide" Target="/ppt/slides/slide5.xml" Id="R9de3d048988749b7" /><Relationship Type="http://schemas.openxmlformats.org/officeDocument/2006/relationships/slide" Target="/ppt/slides/slide6.xml" Id="R32e30752694c4734" /><Relationship Type="http://schemas.openxmlformats.org/officeDocument/2006/relationships/slide" Target="/ppt/slides/slide7.xml" Id="R41e131dd45364c17" /><Relationship Type="http://schemas.openxmlformats.org/officeDocument/2006/relationships/slide" Target="/ppt/slides/slide8.xml" Id="R956c1bc2efa94987" /><Relationship Type="http://schemas.openxmlformats.org/officeDocument/2006/relationships/slide" Target="/ppt/slides/slide9.xml" Id="R20b3d321db6040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96deb6bdb041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ff33146e44c33" /><Relationship Type="http://schemas.openxmlformats.org/officeDocument/2006/relationships/notesMaster" Target="/ppt/notesMasters/notesMaster1.xml" Id="R96c365e86fa44e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f0ebc54fae48fc" /><Relationship Type="http://schemas.openxmlformats.org/officeDocument/2006/relationships/notesMaster" Target="/ppt/notesMasters/notesMaster1.xml" Id="R22e6649fa9c242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8863cd612b4b6d" /><Relationship Type="http://schemas.openxmlformats.org/officeDocument/2006/relationships/notesMaster" Target="/ppt/notesMasters/notesMaster1.xml" Id="Rd3f6273a956e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ed2d701a6446e9" /><Relationship Type="http://schemas.openxmlformats.org/officeDocument/2006/relationships/notesMaster" Target="/ppt/notesMasters/notesMaster1.xml" Id="R09b5dcdfe4404e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cd58a54a254129" /><Relationship Type="http://schemas.openxmlformats.org/officeDocument/2006/relationships/notesMaster" Target="/ppt/notesMasters/notesMaster1.xml" Id="R863fe0c65552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9546217bb2428b" /><Relationship Type="http://schemas.openxmlformats.org/officeDocument/2006/relationships/notesMaster" Target="/ppt/notesMasters/notesMaster1.xml" Id="R4b408c3e9c1e4b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41229236364767" /><Relationship Type="http://schemas.openxmlformats.org/officeDocument/2006/relationships/notesMaster" Target="/ppt/notesMasters/notesMaster1.xml" Id="R2afd175806b54a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bc4a36d79f465c" /><Relationship Type="http://schemas.openxmlformats.org/officeDocument/2006/relationships/notesMaster" Target="/ppt/notesMasters/notesMaster1.xml" Id="R8833fdced58d41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6df69401a84b7e" /><Relationship Type="http://schemas.openxmlformats.org/officeDocument/2006/relationships/notesMaster" Target="/ppt/notesMasters/notesMaster1.xml" Id="R91de40cf44fd44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0903a031548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43a0a7f0d424e" /><Relationship Type="http://schemas.openxmlformats.org/officeDocument/2006/relationships/slideLayout" Target="/ppt/slideLayouts/slideLayout1.xml" Id="R6527cbb22c61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27cbb22c61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191f8c9dc4b47" /><Relationship Type="http://schemas.openxmlformats.org/officeDocument/2006/relationships/notesSlide" Target="/ppt/notesSlides/notesSlide1.xml" Id="R412c3c2a22fd46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c64ed26b24ba9" /><Relationship Type="http://schemas.openxmlformats.org/officeDocument/2006/relationships/notesSlide" Target="/ppt/notesSlides/notesSlide2.xml" Id="R4d53571c0691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44c3ea694135" /><Relationship Type="http://schemas.openxmlformats.org/officeDocument/2006/relationships/notesSlide" Target="/ppt/notesSlides/notesSlide3.xml" Id="R99b6a31baa1c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21a8e336443bc" /><Relationship Type="http://schemas.openxmlformats.org/officeDocument/2006/relationships/notesSlide" Target="/ppt/notesSlides/notesSlide4.xml" Id="R3271e652c554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f71bf77094c0c" /><Relationship Type="http://schemas.openxmlformats.org/officeDocument/2006/relationships/notesSlide" Target="/ppt/notesSlides/notesSlide5.xml" Id="R6a724398dc5f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2d2a6eff243fd" /><Relationship Type="http://schemas.openxmlformats.org/officeDocument/2006/relationships/notesSlide" Target="/ppt/notesSlides/notesSlide6.xml" Id="R6b2b7bf2671341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2791731404266" /><Relationship Type="http://schemas.openxmlformats.org/officeDocument/2006/relationships/notesSlide" Target="/ppt/notesSlides/notesSlide7.xml" Id="Ra066f00c743741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9a03c4fc6430a" /><Relationship Type="http://schemas.openxmlformats.org/officeDocument/2006/relationships/notesSlide" Target="/ppt/notesSlides/notesSlide8.xml" Id="Rb09f085ef6864b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6e7daa018449b" /><Relationship Type="http://schemas.openxmlformats.org/officeDocument/2006/relationships/notesSlide" Target="/ppt/notesSlides/notesSlide9.xml" Id="R74d72f289f914c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1BAF54-9B71-4AE7-820E-6302A2F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11111"/>
                </a:solidFill>
              </a:defRPr>
            </a:pPr>
            <a:r>
              <a:rPr sz="4275" b="1">
                <a:solidFill>
                  <a:srgbClr val="111111"/>
                </a:solidFill>
              </a:rPr>
              <a:t>Automatizar WhatsApp sin cambiar WhatsApp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A0B70-C762-46B0-8B09-FD4D48CD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Propuesta para reducir trabajo manual, ordenar pedidos y preparar Postres Beinetti para crecer con Ágora POS.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DEDB3-0781-4C12-80E0-558AA7B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763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A318B-C526-4BC0-8371-6C77E780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240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WA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84984-E6AC-4DD1-B1AF-EBAF3105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224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Bot + equipo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+ pedidos claros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26D85-3AC0-4CA1-9C9F-BD8FCB80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26049-264F-465A-A2F1-DD8DDFEC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E32D5-AB46-4F01-AF7E-3391BF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94B29-9974-4939-9692-82AF380E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MVP WhatsApp automatizado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BE4A5-D6E4-4A9E-B7EB-5D2EF46C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51B28-ADB3-4DD4-AFCA-6FF2364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F3810-B25B-4F8F-AC8C-C7DBB20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95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Inversión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9BA69-CF4C-4065-8CAB-3A063758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339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3.500 €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20D56-8590-4482-A8D0-B4DF3A94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24350"/>
            <a:ext cx="2667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25AB5-055A-4650-AF93-8BB05D1B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243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DEDFB-AFD2-46BD-88C1-C9583447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Mantenimiento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33078-AEDB-4812-807A-0AC0A98E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250 €/mes + costes externos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08880-49CE-4939-88E0-5B10302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D422D-DEB2-4E32-9CF6-D3D77A7E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6301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1B155-8CDE-4B07-9B1F-B0320F22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El canal funciona; el cuello de botella es manual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1E40C-FA49-4A66-9B2D-00B84B2F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WhatsApp trae pedidos, pero hoy también trae fricción operativa.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88D37-4108-404F-BE2A-EE26CF1B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721A2-0AF8-43DD-A126-F67C6016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E794C-A245-44E4-AD6E-D5F587C5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C31F8-5B2B-4BDF-B8A1-7393E34D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Conversaciones mezcladas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227AF-C58E-44F0-8105-93C83D91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981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Pedidos, dudas, cambios, horarios y recogidas llegan al mismo canal.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8C88E-FFA7-48B8-BA26-AE004E31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0D96F-DF87-4B3D-8080-6EA423E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4D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70583-CD9F-48C9-920E-86006AC3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Datos repartidos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BB34E-5CC0-4988-92CD-06DFA60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1981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Fecha, tienda, cantidad, sabor y detalles pueden quedar en varios mensajes.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2DECB-D81D-4D65-BA4F-C4FEDBA7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35C11-1C1A-4D09-B7D2-FBF6EBAF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4BB32-3863-4397-8E89-4B119F5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Copia manual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35388-13E3-4A96-8E3B-9B89D8A1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1981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El equipo tiene que interpretar, ordenar y pasar información a producción.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C283B-0732-41D3-949A-1D8B501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B1189-6A84-4D4A-A99B-28E7654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F8BB7-6AAE-4F02-9534-2BF3480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Errores evitables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D236E-20AF-4F01-B67B-74DB86D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05150"/>
            <a:ext cx="1981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Más volumen y nuevas tiendas aumentan el riesgo si el proceso sigue igual.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7DA47-1BF5-4627-B6E1-B3D6B00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944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La oportunidad no es cambiar el canal. Es poner orden antes de que el mensaje llegue al equipo.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87A4E-A7E8-4F81-9477-009E326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CFC73-6047-41A2-BA55-77500F61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0299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C3189-18BA-44B5-95BF-1EA37371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El cliente sigue escribiendo por WhatsApp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EBDD5-DD85-4B31-B003-67C0564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Twilio trabaja por detrás como puente técnico entre WhatsApp y el sistema.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E9E04-1A4B-4BE0-AC31-079C426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E40A9-B589-4885-A025-D3424F8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F91C7-B800-4B46-A905-A27DB13D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6ED93-4B67-43B4-9B0E-DB8C4A00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Escribe al WhatsApp de Beinetti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E3180-394F-494D-89EA-46EE475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DF661-CF6F-4FBE-8A2E-94AF591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Twilio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39AAA-77E7-40B7-9754-A7C3A426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09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Recibe y envía mensajes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44246-1D4B-4145-ABC3-FE5E7FD8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7BEE7-8E13-414B-8859-EEF0E134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353A3-AF2B-4E56-9011-C408C300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Clasifica, pregunta y registra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084B5-C505-4598-99C3-85495619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C62ED-FE2C-4474-B956-499B6E02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Equipo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EDC56-9BC8-4EB3-BF89-F89983C7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Recibe casos claros para revisar</a:t>
            </a:r>
          </a:p>
        </p:txBody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4956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6F37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334000" y="34956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6F37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01000" y="34956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6F37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03EA2-39C2-4136-B875-D59C5059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811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Para el cliente final no cambia nada: sigue usando WhatsApp normal.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38BC0-EE28-4CE4-99B9-25AA4EF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75484-A251-425A-9150-869B594C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0579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8E3E07-60EB-49CE-A3B1-BD7F733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El MVP separa cada conversación por intención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AC152-EEAB-4C11-B978-1827FA25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El bot no intenta resolverlo todo; filtra, pregunta y deriva bien.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03164-21E8-4774-BCF2-D285F2D1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224CE-754C-4428-B0DF-B087BCE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1DF09-2718-4729-86F2-290469B1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AF7A6-9C60-4C1D-A007-1D855624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Pedido normal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B725E-C2FF-401B-9ED6-F8FC43E4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1933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Dirige a la tienda online o Ágora para que el pedido entre por el canal correcto.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1D2D3-8768-4F1C-B278-F8B27C44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DEC26-0D57-4604-98F3-119B4BCA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8DAF6-0DB0-4AD3-B439-D57DB0D9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Tarta especial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88B65-8023-457A-8BC8-7377315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86100"/>
            <a:ext cx="1933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Recoge fecha, tienda, personas, sabor, temática e imagen de referencia.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069B9-9E73-4C26-9028-BBE33941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10F0E-3511-4DBC-AF96-2505D037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4D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37F67-69AD-4A8E-96C8-98A3479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Restaurante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12975-1340-497D-A596-3DCCC55C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1933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Transforma el WhatsApp en un resumen de pedido más claro y revisable.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8695C-4B3C-43B5-B51D-02E982E2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E0F9D-31D1-42AD-8498-1196A0B7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6BB8F-227C-49E2-B5D9-D38BCABB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Atención cliente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A3C0B-F844-4F67-86B3-DED7C770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1933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Responde horarios, recogidas, ubicaciones, alérgenos y dudas frecuentes.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9CE00-2A2C-44E3-9E90-C3310F8F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43500"/>
            <a:ext cx="887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Humano siempre disponible cuando el caso requiere criterio o presupuesto final.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4F996-1941-4E7F-BE02-E133B97C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9B1A1-7C23-4545-86E1-CB9B97B2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8857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05E59-2F1A-4B68-B899-C3BB7C9E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El stack está pensado para lanzar rápido y escalar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A4252-8A5A-4600-88EE-447FC9EF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La primera versión es sencilla, pero no improvisada.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770CA-F9A4-49A8-92ED-D167B57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53890-E12F-4E44-8A9B-37992C86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C405C-C7B1-4B4E-8FB9-E36AA027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4D22"/>
                </a:solidFill>
              </a:defRPr>
            </a:pPr>
            <a:r>
              <a:rPr sz="1350" b="1">
                <a:solidFill>
                  <a:srgbClr val="A64D22"/>
                </a:solidFill>
              </a:rPr>
              <a:t>WhatsApp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23695-309A-482D-8BED-F1591CCB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66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Twilio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43B58-5807-4586-8DFF-4387618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669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Salida rápida y conexión estable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6FAC4-9AE6-4D50-8735-F2802784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37CC8-84D1-43B1-AE88-8A280019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4D22"/>
                </a:solidFill>
              </a:defRPr>
            </a:pPr>
            <a:r>
              <a:rPr sz="1350" b="1">
                <a:solidFill>
                  <a:srgbClr val="A64D22"/>
                </a:solidFill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7B821-1A40-40C3-A2CC-FABE9D7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337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Node.js + TypeScript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93BBC-1849-468C-A12A-DA5C77C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337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Base mantenible para integraciones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A97B7-EFCA-45DD-8C94-7A8743E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89248-B47A-4456-A45E-26B9FE4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4D22"/>
                </a:solidFill>
              </a:defRPr>
            </a:pPr>
            <a:r>
              <a:rPr sz="1350" b="1">
                <a:solidFill>
                  <a:srgbClr val="A64D22"/>
                </a:solidFill>
              </a:rPr>
              <a:t>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91395-7FCB-49ED-88DE-BCBF19A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004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7B962-A38D-4965-8FE9-CDC66DD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004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Pedidos, clientes, estados y trazabilidad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AB112-3AC9-493E-8A07-EB04062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EA992-AFDA-41C9-A1BA-395D9C18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4D22"/>
                </a:solidFill>
              </a:defRPr>
            </a:pPr>
            <a:r>
              <a:rPr sz="1350" b="1">
                <a:solidFill>
                  <a:srgbClr val="A64D22"/>
                </a:solidFill>
              </a:rPr>
              <a:t>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5C64B-6D34-41E8-93F0-7847E9AD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67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Next.js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DA61F-9EDD-4F7D-B11F-FF5C5C41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672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Revisión interna de pedidos y estados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1685E-CE94-4283-A2C6-C53548F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9BA7D-3D31-4251-B8FC-35C6987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4D22"/>
                </a:solidFill>
              </a:defRPr>
            </a:pPr>
            <a:r>
              <a:rPr sz="1350" b="1">
                <a:solidFill>
                  <a:srgbClr val="A64D22"/>
                </a:solidFill>
              </a:rPr>
              <a:t>IA opcional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C46C6-7FE1-47D0-B0FD-CA81995E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33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OpenAI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82D67-54DF-45E9-849F-3AD2A818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339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Clasificar, resumir y extraer datos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E5105-18AC-4DCC-A422-417E43A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12D1C-27CF-416C-AAB4-FD92D287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8698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650B5-85F6-4B3A-B55C-FFF49EB9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El retorno se ve en horas, errores y claridad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265B0-7F25-4317-A71B-1E907EDA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No se vende un bot; se vende menos carga operativa.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5F4A-784E-466E-8CFA-115DAE7C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273F9-7BF0-4720-B005-6D30C40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4629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F1ED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85514-400B-4FDE-98D0-23C2567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6F37"/>
                </a:solidFill>
              </a:defRPr>
            </a:pPr>
            <a:r>
              <a:rPr sz="900" b="1">
                <a:solidFill>
                  <a:srgbClr val="D76F37"/>
                </a:solidFill>
              </a:rPr>
              <a:t>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62F2-9CAB-4D2B-A108-061DC135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3695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Una persona lee, interpreta, pregunta, copia y ordena cada conversación.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68264-DE18-4DA5-81BE-F19FF99D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Más volumen = más riesgo de pedidos incompletos o datos mal pasados.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7A0DF-6747-4155-83F9-FC8C3A0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29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F1ED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98B2-109A-4AC7-AAA5-1824A39E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6F37"/>
                </a:solidFill>
              </a:defRPr>
            </a:pPr>
            <a:r>
              <a:rPr sz="900" b="1">
                <a:solidFill>
                  <a:srgbClr val="D76F37"/>
                </a:solidFill>
              </a:rPr>
              <a:t>DESPUÉS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0ED34-3AB1-4842-B33E-3FBD3314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24200"/>
            <a:ext cx="3695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El sistema filtra lo repetitivo y deja al equipo los casos importantes.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F8024-9D43-4CAF-90CE-AA758A49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Cada pedido llega con un resumen más claro y datos mínimos recogidos.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B496C-0838-4EC7-B965-446C69AA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29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B08F3-01E3-4ABA-BFC9-48B05C8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147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3A4FA-8D4D-4663-8BDA-94F3317D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E0DA5-176F-45F4-A68C-7E1859F7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3380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B1E7A2-065E-4F3C-87E5-190F3895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El alcance inicial queda controlado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1625D-5695-4A67-BA6A-3EFF8C1B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El MVP se enfoca en ahorrar tiempo ahora y dejar preparado lo siguiente.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F01B2-04E6-479A-B629-5F991D5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14D00-C3ED-4BC0-A96A-199B839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Incluye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5BE9C-E014-46DA-BCD6-B0270B1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Fase posterior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6D3AF-1602-408B-B66B-62F07BE1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75929-0E42-4BFF-978C-E1D90FDE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58B0E-84D2-4CBD-A218-00F05184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Configuración de Twilio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2BF3-02C6-4DA0-A2D2-08C6C108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8B7DC-1570-44FA-972F-F5EC6FF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E645E-96DA-4D36-807D-12CDFD17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Flujos de conversación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52221-CCCF-429F-8774-E2E4665F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5C6BD-E484-408D-B433-9C80C31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A147D-22A5-4D7D-9953-90638E58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FAQ y derivación a humano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BBFA4-179E-411D-A9C4-49BD53A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BE743-673D-413B-827C-83B88B4F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0792F-99E6-4962-85AD-E4DE351D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Pedidos de restaurantes por email/panel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1F651-737C-431D-B77A-DE886A3D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FE785-9347-4F8A-93A0-B582D04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EC6C5-4CD8-4376-8EFD-4EF8A0D4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Panel básico y base de datos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729D8-5B33-46E7-A3C4-44A66F3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91C25-8974-4B96-851E-20658ED9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776F3-B433-40CA-9520-6D08378F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2 semanas de ajustes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A5584-286B-4FAF-924A-F509969F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E91D0-47BF-4D13-A7FD-B977A69B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AAD52-4CAA-439B-887F-165659BC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A5A"/>
                </a:solidFill>
              </a:defRPr>
            </a:pPr>
            <a:r>
              <a:rPr sz="1575" b="0">
                <a:solidFill>
                  <a:srgbClr val="5A5A5A"/>
                </a:solidFill>
              </a:rPr>
              <a:t>Integración completa con Ágora POS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4D4D7-405C-4C65-993C-04758D8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A9927-30BF-489D-B771-48681270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06E15-30DD-4CA9-BDAB-793F73D1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A5A"/>
                </a:solidFill>
              </a:defRPr>
            </a:pPr>
            <a:r>
              <a:rPr sz="1575" b="0">
                <a:solidFill>
                  <a:srgbClr val="5A5A5A"/>
                </a:solidFill>
              </a:rPr>
              <a:t>Agente de voz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DDDAB5-D084-4872-9C7B-B3793BAF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6FEAC-BFD0-498D-A399-9CD11318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9A8D9E-2B33-4DD0-B5F0-A914128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57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A5A"/>
                </a:solidFill>
              </a:defRPr>
            </a:pPr>
            <a:r>
              <a:rPr sz="1575" b="0">
                <a:solidFill>
                  <a:srgbClr val="5A5A5A"/>
                </a:solidFill>
              </a:rPr>
              <a:t>Presupuestos complejos automáticos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B0190C-292F-4BC5-9E38-30169820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2F2D0-6DD6-4D18-8F21-99F4672E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10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F99358-78EC-4CC5-9D65-A684CABC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A5A"/>
                </a:solidFill>
              </a:defRPr>
            </a:pPr>
            <a:r>
              <a:rPr sz="1575" b="0">
                <a:solidFill>
                  <a:srgbClr val="5A5A5A"/>
                </a:solidFill>
              </a:rPr>
              <a:t>Campañas WhatsApp marketing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23B09E-62FA-4DDB-AC3D-5B66451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86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6DFCB5-EFDE-4D24-9FD6-FCC8268C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E39D19-A19F-4FB3-A790-AA33B114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62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A5A"/>
                </a:solidFill>
              </a:defRPr>
            </a:pPr>
            <a:r>
              <a:rPr sz="1575" b="0">
                <a:solidFill>
                  <a:srgbClr val="5A5A5A"/>
                </a:solidFill>
              </a:rPr>
              <a:t>CRM avanzado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0F2375-6B97-4322-985D-E0867AFC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11CB57-142E-4ED7-B76D-798B315C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6946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93E4B-1E8A-440D-8A93-215505E9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La inversión separa desarrollo y consumo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6B835-25A5-4D4E-A861-C6ADC3F9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El coste fijo cubre el trabajo; los proveedores externos dependen del uso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5AE10-9D13-48EC-A574-9FDC7632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F548A-99B6-44E0-8046-0C6699F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952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F5E80-5A88-4757-AC01-3A773926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3.500 €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9BDAB-66A5-4CFC-AF6E-7D23CBD4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Desarrollo Fase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4FA87-FED6-4F6E-8EFD-BD749E85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2952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1ED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DB981-93CB-465E-8D02-EBFCC878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289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250 €/mes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D6A63-D68E-4773-B427-C1D32435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Mantenimiento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24E54-7D92-45CD-BE62-05F850BA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952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1ED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E3AEE-920C-4EC6-8872-7F7513B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75–200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E352C-9021-4489-A13F-BE22DCDB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€/mes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B57AA-A4D6-4B46-8146-9CD51758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Costes externos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estimados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D00FB-F1C2-479E-886B-29F3B51E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86350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Twilio/WhatsApp, hosting, base de datos, IA opcional y monitorización. El coste real se revisa tras las primeras semanas.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4EE4E-4F0B-4492-B7B0-28699AF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436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5A5A"/>
                </a:solidFill>
              </a:defRPr>
            </a:pPr>
            <a:r>
              <a:rPr sz="1050" b="0">
                <a:solidFill>
                  <a:srgbClr val="5A5A5A"/>
                </a:solidFill>
              </a:rPr>
              <a:t>Nota: si aplica Kleinunternehmerregelung (§19 UStG), la factura se emitiría sin IVA; conviene confirmarlo fiscalmente antes de facturar.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0169F-6139-453B-9E4C-731EA411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67406-D62B-49B7-B1A4-A25879F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3186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6B75C-8EE1-40AC-A2DB-74D0CBF1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Empezamos pequeño para ganar control rápido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388C0-B5DA-44E4-B5BF-2F583EF3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</a:defRPr>
            </a:pPr>
            <a:r>
              <a:rPr sz="1500" b="0">
                <a:solidFill>
                  <a:srgbClr val="5A5A5A"/>
                </a:solidFill>
              </a:rPr>
              <a:t>Primero ahorrar tiempo y ordenar pedidos. Después automatizar más.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AABF4-C823-48A4-9D6C-8A3DE52C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DA57B-621F-46A8-8DF8-50C2F177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885950" cy="20002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A614B-AA7D-40AE-B22F-5DEAAAF2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02E06-659D-4F6A-AD46-3396F20C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2E2C3-238D-4713-AD3B-5AEB36A0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Accesos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64B7D-90C2-4384-B592-892B255E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WhatsApp Business, Meta y Twilio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3863B-9E66-4A96-B263-0EB02E84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1885950" cy="20002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18DA8-C34E-4CEB-AB02-74A9C0C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58881-9CD1-4207-9B2E-6FD8DE5B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76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4917D-CFFC-4E73-B489-CBE29202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Flujos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10FFD-A39B-46C2-9366-3CAC5F46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Pedidos, tartas, restaurantes y FAQs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5FE17-5B27-49B9-B7E3-F17A2829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1885950" cy="20002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8D63D-A972-43FF-9CDE-E433315F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C45E0-C481-4164-86AE-59C752D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76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D79FE-185F-4CD5-AAB4-F7B4BAE0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76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Prototipo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0C630-5292-4F71-AAC9-998D828A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95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Primer bot y panel básico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E1208-E5B9-4694-990D-8870D3D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1885950" cy="20002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FA092-021A-49EE-9FBD-BBD196F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0906F-6421-460A-A0D6-9707D062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76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56CD9-65D4-43BC-B0FC-9557FAD4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76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Pruebas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5268E-3987-4012-B192-DB12B78A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Conversaciones reales anonimizadas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5E1D1-E096-487D-885A-D53B4177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62250"/>
            <a:ext cx="1885950" cy="20002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34527-417E-4471-9506-A432AF3F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EF8062-6122-44E7-85ED-1E5C2A6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76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6AF06-F46B-44D1-8C31-FCA99280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76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Lanzamiento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2265D-B13A-4664-B6B5-5CEB1718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95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Ajustes durante las dos primeras semanas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30B910-292C-4C23-BC2E-3EFD154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Decisión recomendada: aprobar la Fase 1 y medir impacto real antes de ampliar a Ágora POS y voz.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E8151-09DA-41C6-8739-FAE97E5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Postres Beinetti · Automatización WhatsApp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0B4938-369A-4D17-86B6-48D238AF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5A5A"/>
                </a:solidFill>
              </a:defRPr>
            </a:pPr>
            <a:r>
              <a:rPr sz="825" b="0">
                <a:solidFill>
                  <a:srgbClr val="5A5A5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7033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2026-07-07T12:20:12.4740000Z</dcterms:created>
  <dcterms:modified xsi:type="dcterms:W3CDTF">2026-07-07T12:20:12.4740000Z</dcterms:modified>
</coreProperties>
</file>